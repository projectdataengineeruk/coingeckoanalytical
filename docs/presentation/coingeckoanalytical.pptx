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CoinGeckoAnalytical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</a:rPr>
              <a:t>Crypto Market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B4D6"/>
                </a:solidFill>
              </a:rPr>
              <a:t>Powered by Databricks  ·  MLOps Level 5  ·  22 Production 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</a:rPr>
              <a:t>cga-analytics  ·  cga-admin  ·  Genie BI  ·  Multi-Agent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</a:rPr>
              <a:t>What it is · who it's for · what problem it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</a:rPr>
              <a:t>CoinGeckoAnalytical aggregates crypto market data from four external sources, runs a full medallion data pipeline, and surfaces structured analytics + AI narrative insights through two dedicated Databricks Apps.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03120"/>
            <a:ext cx="2743200" cy="347472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Analysts &amp;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Real-time market
rankings, DeFi TVL,
macro overlays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2112" y="2103120"/>
            <a:ext cx="2743200" cy="3474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2212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Ops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2724912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Pipeline health,
Sentinela alerts,
cost telemetry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9904" y="2103120"/>
            <a:ext cx="2743200" cy="3474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2212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Platform Engineers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2724912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Governance, RLS,
access management,
audit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7696" y="2103120"/>
            <a:ext cx="2743200" cy="3474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212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Institutional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2724912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Regime classification,
anomaly detection,
ML scoring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</a:rPr>
              <a:t>Three planes — data · AI ·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011680" cy="6400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18872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</a:rPr>
              <a:t>CoinGecko · DefiLlama · GitHub · FRED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556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65376"/>
            <a:ext cx="2011680" cy="64008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956816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</a:rPr>
              <a:t>Raw ingestion · MERGE INTO · Delta Lake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237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33472"/>
            <a:ext cx="2011680" cy="6400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0662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724912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</a:rPr>
              <a:t>Normalised · enriched · 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91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01568"/>
            <a:ext cx="201168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49300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</a:rPr>
              <a:t>Analytical models · Genie metric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599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69663"/>
            <a:ext cx="2011680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42815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UNITY CATALOG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261103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</a:rPr>
              <a:t>Governance · RLS · column masking · lineage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2803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37760"/>
            <a:ext cx="20116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109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AI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02920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</a:rPr>
              <a:t>MLflow Registry · Mosaic AI · Copilot Orchestrator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5961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151"/>
                </a:solidFill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705856"/>
            <a:ext cx="2011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7790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PRODUCT SURFACE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5797296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</a:rPr>
              <a:t>cga-analytics (Genie + Charts + Copilot)  ·  cga-admin (Sentinela + Ops)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 Pipeline — 22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</a:rPr>
              <a:t>Bronze → Silver → Gold · 4 external sources · Databricks Asset Bundles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2240280" cy="521208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0700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BRONZE
INGESTION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74519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2400E"/>
                </a:solidFill>
              </a:rPr>
              <a:t>market source ingestion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578608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2432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2400E"/>
                </a:solidFill>
              </a:rPr>
              <a:t>defillama ingestion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282696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328416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2400E"/>
                </a:solidFill>
              </a:rPr>
              <a:t>github activity ingestion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986783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03250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2400E"/>
                </a:solidFill>
              </a:rPr>
              <a:t>fred macro ingestion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690872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7365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2400E"/>
                </a:solidFill>
              </a:rPr>
              <a:t>bronze market table migration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394960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4406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2400E"/>
                </a:solidFill>
              </a:rPr>
              <a:t>bronze enrichment migration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1143000"/>
            <a:ext cx="2240280" cy="52120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120700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SILVER
PIPELINES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1874519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19202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</a:rPr>
              <a:t>silver market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2578608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262432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</a:rPr>
              <a:t>silver enrichment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3282696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3328416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</a:rPr>
              <a:t>silver market table migration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3986783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403250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</a:rPr>
              <a:t>silver enrichment migration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83480" y="1143000"/>
            <a:ext cx="2240280" cy="5212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120700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GOLD / OPS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1874519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19202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</a:rPr>
              <a:t>ops readiness refresh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74920" y="2578608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262432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</a:rPr>
              <a:t>ops usage ingestion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3282696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3328416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</a:rPr>
              <a:t>ops bundle run ingestion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74920" y="3986783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403250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</a:rPr>
              <a:t>ops sentinela alert ingestion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74920" y="4690872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7365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</a:rPr>
              <a:t>sentinela evaluation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1143000"/>
            <a:ext cx="2240280" cy="5212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2360" y="120700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MLOPS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2360" y="1874519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0" y="19202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feature engineering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52360" y="2578608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0" y="262432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train market model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52360" y="3282696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80" y="3328416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score market assets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52360" y="3986783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0" y="403250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model drift monitoring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38360" y="1143000"/>
            <a:ext cx="2240280" cy="5212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29800" y="120700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29800" y="1874519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75520" y="19202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uc grants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29800" y="2578608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75520" y="262432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rls migration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29800" y="3282696"/>
            <a:ext cx="2057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75520" y="3328416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</a:rPr>
              <a:t>sentinela evaluation*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cga-analytics — User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</a:rPr>
              <a:t>Genie BI controller · Dynamic charts · Multi-agent copilot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749039" cy="521208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Genie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Natural language query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genie_client.ask_genie()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4290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Returns generated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2062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Drives shared active_dataset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98347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Whole dashboard re-renders on each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43000"/>
            <a:ext cx="3749039" cy="5212080"/>
          </a:xfrm>
          <a:prstGeom prst="rect">
            <a:avLst/>
          </a:prstGeom>
          <a:solidFill>
            <a:srgbClr val="0E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234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Chart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7451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Subscribes to active_dataset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6517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Market rankings (top 50)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4290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DeFi TVL overlay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2062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Macro indicators (Fed Rate, CPI, M2)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98347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Price change heatmap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143000"/>
            <a:ext cx="3749039" cy="5212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234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Copilot Panel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87451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Tier routing: light / standard / complex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6517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light → direct Mosaic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4290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complex → 3-agent orchestrator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2062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Answer: narrative + provenance + freshness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98347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Cost telemetry on every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cga-admin — Ops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</a:rPr>
              <a:t>Sentinela monitoring · cost telemetry · access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3657600" cy="2331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Sentinela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Live alerts · CRITICAL/WARNING/OK
sentinela_evaluation_job every 15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42232" y="1188720"/>
            <a:ext cx="3657600" cy="2331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9392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Pipeline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18745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Job run history · failure rates
bundle_run_ingestion observability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5864" y="1188720"/>
            <a:ext cx="3657600" cy="2331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Cost 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18745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Token usage per tier · cost_usd
Column masking for non-ops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749039"/>
            <a:ext cx="3657600" cy="2331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85876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Access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434839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UC grants · tenant controls
RLS row filters per user 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2232" y="3749039"/>
            <a:ext cx="3657600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385876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Audit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2" y="4434839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ops_usage_events · query log
Full audit trail per user_id (hashed)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AI / Copilot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</a:rPr>
              <a:t>Coded Python orchestrator · tier routing · provenance-aware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B6E"/>
                </a:solidFill>
              </a:rPr>
              <a:t>User 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828800" cy="7315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model_tier_router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74151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63240"/>
            <a:ext cx="2103120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3639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LIGHT
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59669"/>
                </a:solidFill>
              </a:rPr>
              <a:t>Direct
Mosaic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063240"/>
            <a:ext cx="210312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13639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STANDARD
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840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97706"/>
                </a:solidFill>
              </a:rPr>
              <a:t>Mosaic AI
+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3063240"/>
            <a:ext cx="210312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313639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COMPLEX
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840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C3AED"/>
                </a:solidFill>
              </a:rPr>
              <a:t>Orchestrator
3 agents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4526280"/>
            <a:ext cx="1417320" cy="155448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4599432"/>
            <a:ext cx="1234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MarketAgent
gold_market_*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4526280"/>
            <a:ext cx="1417320" cy="155448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4599432"/>
            <a:ext cx="1234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MacroAgent
gold_macro_*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4526280"/>
            <a:ext cx="1417320" cy="155448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4599432"/>
            <a:ext cx="1234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DefiAgent
gold_defi_*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4526280"/>
            <a:ext cx="1417320" cy="155448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4599432"/>
            <a:ext cx="1234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SynthAgent
(synthesis)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72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Answer + provenance + freshness badge + cost_usd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MLOps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</a:rPr>
              <a:t>Level 5 — cross-val · PSI drift · MLflow registry · batch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194560" cy="52120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Feature
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Silver → feature_store
momentum / dominance
cross-asset correlation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2303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1188720"/>
            <a:ext cx="2194560" cy="5212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12801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912" y="20574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Regime Classifier
(bull/bear/neutral)
Anomaly Detector
cross_val_score ≥ 0.60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1456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4" y="1188720"/>
            <a:ext cx="2194560" cy="5212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2801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MLflow
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20574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Experiment tracking
Model versioning
Champion promotion
validation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1776" y="1188720"/>
            <a:ext cx="2194560" cy="5212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6" y="12801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20574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Batch scoring
gold_ml_scores
regime + anomaly
per asset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10928" y="1188720"/>
            <a:ext cx="2194560" cy="5212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2368" y="12801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Drift
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20574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PSI &gt; 0.2 → alert
24h vs 7d window
ops_sentinela_alerts
daily cron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Governance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</a:rPr>
              <a:t>Unity Catalog · RLS · column masking · uc_grants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2331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Unity Catalog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3 catalogs: cgadev / cgastaging / cgaprod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2847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All assets governed under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968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Automated lineage via System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809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Schema-level GRANT enforcement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577840" cy="2331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Row-Level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UC row filter functions on ops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12847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ops_usage_events: platform_ops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968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ops_sentinela_alerts: ops/governance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809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rls_migration_job applies via CI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5577840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840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Column Masking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cost_usd masked for non-ops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7316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CREATE OR REPLACE FUNCTION masks to NULL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57215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ALTER TABLE SET COLUMN MASK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41263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Triggered via confirm_uc_grants gate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749039"/>
            <a:ext cx="5577840" cy="2331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840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uc_grants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3891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unity_catalog_foundation.sql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77316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All GRANT statements version-controlled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157215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CI-triggerable: confirm_uc_grants=true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541263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No manual GRANT commands ever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CI/CD &amp; 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</a:rPr>
              <a:t>GitHub Actions · Databricks Asset Bundles · workflow_dispatch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828800" cy="41148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1645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python -m compileall
all 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8568" y="1188720"/>
            <a:ext cx="1828800" cy="4114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12801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8" y="1874519"/>
            <a:ext cx="1645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346 tests
bundle validation
chain validators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3976" y="2926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1188720"/>
            <a:ext cx="1828800" cy="411480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12801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1874519"/>
            <a:ext cx="1645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bundle deploy -t dev
20 pipeline jobs
live SQL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2926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1188720"/>
            <a:ext cx="1828800" cy="411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2801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deploy_apps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1874519"/>
            <a:ext cx="1645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cga-analytics start
cga-admin start
apps verify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1312" y="1188720"/>
            <a:ext cx="1828800" cy="4114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12801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uc_grants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1874519"/>
            <a:ext cx="1645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uc_grants_job
rls_migration_job
GRANT execution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95560" y="1188720"/>
            <a:ext cx="1828800" cy="411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12801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train_models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1874519"/>
            <a:ext cx="1645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train_market_model
MLflow promotion
champion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5778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B6E"/>
                </a:solidFill>
              </a:rPr>
              <a:t>setup-cli@main  ·  confirm_deploy  ·  confirm_apps_deploy  ·  confirm_uc_grants  ·  confirm_train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0350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151"/>
                </a:solidFill>
              </a:rPr>
              <a:t>deploy_apps, uc_grants, train_models run AFTER deploy completes (serialised — no lock conflict)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Maturity Level 5 — DataOps · MLOps ·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</a:rPr>
              <a:t>All three disciplines at production grade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3840480" cy="5486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DataOps 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MERGE INTO — idempotent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04872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Post-write table count (Serverless safe)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80944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Data contracts: 7 JSON Schema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57016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Great Expectations-style assertions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33087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live_sql_validation.py against real warehouse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709160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ops_readiness_refresh — Gold views scheduled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285232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Sentinela evaluation every 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861304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Full lineage in Unity Catalog System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143000"/>
            <a:ext cx="3840480" cy="5486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234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MLOps L5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828800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Cross-validation accuracy (cv=5)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404872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Validation gate: cv_accuracy ≥ 0.60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980944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PSI drift monitoring (threshold 0.2)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557016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MLflow Model Registry + champion promotion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133087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Batch scoring → gold_ml_scores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709160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Weekly retraining cron (Mondays 2am)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5285232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Feature store: momentum + dominance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861304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model_drift_monitoring_job daily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1143000"/>
            <a:ext cx="3840480" cy="548640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9" y="1234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LLMOps L5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1828800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Versioned prompts: backend/prompts/v1.yaml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2404872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sanitize_user_input() injection guard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2980944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Per-tier token budget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9" y="3557016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user_id hashed (sha256) in telemetry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9" y="4133087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Golden eval set: backend/eval/golden_eval.json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9" y="4709160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cost_usd on every AI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9" y="5285232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Tier routing: light/standard/complex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9" y="5861304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Exception logging (not swallowed)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Security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</a:rPr>
              <a:t>SQL injection · thread safety · prompt injection · data masking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SQL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4708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_SAFE_ASSET_ID_RE regex
validates asset_ids before
IN clause interpolation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188720"/>
            <a:ext cx="3749039" cy="2377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2984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Thread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4708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_TOKEN_CACHE_LOCK
(threading.Lock) wraps
all token cache R/W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188720"/>
            <a:ext cx="3749039" cy="2377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984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Prompt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4708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sanitize_user_input()
strips control chars +
role-override patterns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94760"/>
            <a:ext cx="3749039" cy="23774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9044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Data Masking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45312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cost_usd masked to NULL
for non-ops users via
UC column mask function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794760"/>
            <a:ext cx="3749039" cy="2377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39044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User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45312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user_id hashed sha256
before storage in
ops_usage_events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794760"/>
            <a:ext cx="3749039" cy="2377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9044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45312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OAuth M2M / service
principal in CI — no
user PAT in automation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Project Metrics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</a:rPr>
              <a:t>All 15 blocks DONE · 346 tests · 22 jobs · CI green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228600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Production Jobs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188720"/>
            <a:ext cx="3657600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28016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346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651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Tests Passing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4736" y="1188720"/>
            <a:ext cx="3657600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28016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15+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651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Project Blocks 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3657600" cy="228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7490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120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3657600"/>
            <a:ext cx="3657600" cy="2286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37490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5120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Databricks Apps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3657600"/>
            <a:ext cx="3657600" cy="228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7490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5120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Maturity Level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🚀 Staging promotion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4630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</a:rPr>
              <a:t>Run full pipeline on cgastaging catalog with real CoinGecko API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🔑 OAuth M2M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28600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</a:rPr>
              <a:t>Configure service principal client_id/secret in GitHub Secrets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📊 Genie space 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1089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</a:rPr>
              <a:t>Create AI/BI Genie space linked to Gold views in cga-analytics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🔔 Notification hooks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9319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</a:rPr>
              <a:t>Wire Sentinela CRITICAL alerts to Slack / PagerDuty webhook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🌍 Multi-source 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7548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</a:rPr>
              <a:t>Add Binance, CMC, or additional on-chain data providers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778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📱 Mobile / embed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5778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</a:rPr>
              <a:t>Embed cga-analytics in iframe or export Genie as public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